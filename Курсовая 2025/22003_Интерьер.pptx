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6" r:id="rId9"/>
    <p:sldId id="272" r:id="rId10"/>
    <p:sldId id="269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0C6C0-6EBB-404E-BB38-490859217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F605CE-CB77-4B5C-BC90-6FED649C3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5850C-7F50-46F7-91ED-51E8E4669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A2D0D-B127-45FD-8DEF-A5A5FD6B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9675BD-62A4-4B64-AB11-5FEF2CAF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73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EC17E-3224-4E1F-8FEF-172D073C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8DE7C-F37B-4E8F-A4DD-ED0E3D662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01BAAC-89BB-4A90-B5E6-CA4DB6D5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ED08F6-6093-47B9-8B45-15935D1F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6A89E2-ADBC-4075-B52A-0BC6C3FD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85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1F1BF1-F998-4A9F-B08B-10FEFDBE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88746A-3D69-463A-A9BE-30671630F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5E04ED-2DE9-4CBC-834A-76387D2B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8AD22-3032-4609-85A6-98C88B29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F46FCD-5C4B-4236-B4D8-4C194AFB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60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340B3-B31B-44C0-A59E-98378CE3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DA7F7E-43E6-440E-996C-4975FB572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7298D5-3AFB-4F08-B5C2-86CA8BD76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43E0B1-4BD9-4997-968E-ED5A0727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1E8F05-DA62-48C5-97C6-29F915A7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6A1E21-7138-42AD-A539-60E62935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71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C47174-02A3-4D45-AABD-16ED71A2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1781B5-2745-4D9F-B55F-7B67D36B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50240A-65DA-4E99-B836-4B457CD4F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31BD7D-2A67-4109-8513-3FE0116EB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D02A8B-5593-4285-B200-8344219CC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9C098-6B49-424F-8C26-93474061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B29EFC-E22F-4667-A4CA-BE88BA35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7886B7-B171-4A62-8720-F87E64F4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61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DDBE3-BBB6-4F52-9DF3-27321815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D978D9-186B-45E1-AAD8-FAD259D8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195F6B-CC0A-43A5-857C-C26EF49A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FD5105-CABC-40F4-A545-A860B6AC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53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3F903D3-96A2-4E2C-8EE0-E879DD2C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E71B16C-71A8-4573-B3F7-7F19485D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CC4132-E091-42C9-B2DF-69732D70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978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C3D48-AD81-4E4A-9B68-076B6640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D3A698-F32D-4F5D-997C-134012C05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98471E-DAE3-43E0-B215-DD4C38B31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A80445-BD2E-4A2E-8212-6BC590C0D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955C42-5C2E-4EC8-9B68-A30DA25A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8836F2-0699-424C-867E-7DB90825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94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F0CF4-A831-490F-8423-82CD4BC9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E111B1-935A-4BD3-85B3-6F57D50743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0CE855-3D9D-4F0B-B7A4-324DEEE2D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CBF569-2B02-48FE-A546-4CFB365C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B604C2-7BEC-42F6-AF86-CDB62417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C89FC9-AFC2-41DF-978D-014509AB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36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CDD8B-E976-4B4D-87C0-18D610E4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30DD7A-2808-45E0-9AE0-D523B4DDF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0763D2-EB69-4D7D-86BA-E6AA3497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0779BE-9B07-48C6-BFB2-52432941A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BA9DD7-F5DC-438B-9E1C-D5983853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705035-8103-4B16-B1C9-BC165FAE7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57EDCB-B67C-4F46-A588-3CD40A197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BD2D9-A69F-4B48-8292-3E97CA0D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AF31C7-BDAD-4E52-8755-3F396E24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23D15-9624-4B26-A157-86D2E222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36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00770-7C79-4D8B-9094-FEB4ABFC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58EAD2-563A-4D80-811B-C6A36B55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CBBDC8-D097-4464-89F0-820C0F047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81F23-F89B-4FA2-8F7D-70D1134D3AE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1E25FF-2101-4770-9486-44B556FDF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C0A2DD-09BE-4444-B1D2-D52AB85A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8AD8D-C6D2-42E7-9A52-20A2021A5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25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E20E1B-181E-48BA-88F9-8B6400D7680C}"/>
              </a:ext>
            </a:extLst>
          </p:cNvPr>
          <p:cNvSpPr/>
          <p:nvPr/>
        </p:nvSpPr>
        <p:spPr>
          <a:xfrm>
            <a:off x="3048000" y="18683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Иркутской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(ГБПОУИО «ИАТ»)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D9B43-65F3-459D-8566-77C20ADD86FB}"/>
              </a:ext>
            </a:extLst>
          </p:cNvPr>
          <p:cNvSpPr txBox="1"/>
          <p:nvPr/>
        </p:nvSpPr>
        <p:spPr>
          <a:xfrm>
            <a:off x="1788694" y="2762798"/>
            <a:ext cx="86146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</a:p>
          <a:p>
            <a:pPr algn="ctr"/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«Интерьер»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6A174-D130-4FAB-8767-344F219D33A0}"/>
              </a:ext>
            </a:extLst>
          </p:cNvPr>
          <p:cNvSpPr txBox="1"/>
          <p:nvPr/>
        </p:nvSpPr>
        <p:spPr>
          <a:xfrm>
            <a:off x="8886721" y="5642694"/>
            <a:ext cx="3662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Березин А.А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БД-22-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Кудрявцева М.А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E2908-1F45-4858-807E-6E2A16BBED29}"/>
              </a:ext>
            </a:extLst>
          </p:cNvPr>
          <p:cNvSpPr txBox="1"/>
          <p:nvPr/>
        </p:nvSpPr>
        <p:spPr>
          <a:xfrm>
            <a:off x="5331430" y="6381358"/>
            <a:ext cx="152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Иркутск 2025</a:t>
            </a:r>
          </a:p>
        </p:txBody>
      </p:sp>
    </p:spTree>
    <p:extLst>
      <p:ext uri="{BB962C8B-B14F-4D97-AF65-F5344CB8AC3E}">
        <p14:creationId xmlns:p14="http://schemas.microsoft.com/office/powerpoint/2010/main" val="153964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0C0C76-5FD8-BB17-7752-F0E53044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7F7163B-C067-1DB9-C52D-845C99CD1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31296" cy="45934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веб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«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Интрерьер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задачи веб-приложения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арендаторам возможности просмотра помещений их выбора, бронирования и внесения предоплаты онлайн.</a:t>
            </a: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 модераторам инструментов для управления помещениями, категориями, пользователями и возможность мониторинга продаж.</a:t>
            </a: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и оптимизация поиска подходящего помещения для удобства арендатора.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E89E14-189E-4EB4-BE85-601BF34A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746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BC1044A-1045-1F2B-759E-1AE2B0D3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513" y="174640"/>
            <a:ext cx="5090974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3DB2A90-1319-9A51-D25A-D7805B2EE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92"/>
            <a:ext cx="5507736" cy="486937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dirty="0">
                <a:latin typeface="Times New Roman" panose="02020603050405020304" pitchFamily="18" charset="0"/>
              </a:rPr>
              <a:t>Основное назначение веб-приложения «Интерьер» - автоматизация процессов поиска, бронирования и управления помещениями для различных целей. Приложение предназначено для арендаторов, которые хотят быстро найти и забронировать помещение, а также для администраторов и модераторов, которые управляют каталогом помещений, бронированиями и пользователями.</a:t>
            </a:r>
            <a:endParaRPr lang="ru-RU" sz="4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E85CE3-93E3-4428-93BB-E0E53922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986" y="1947815"/>
            <a:ext cx="5261007" cy="3245621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0AD4D5-94DB-4F2B-9994-09ECA4E7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66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BEC5DA29-3FB8-3CE4-DDA4-BB2CF2360B99}"/>
              </a:ext>
            </a:extLst>
          </p:cNvPr>
          <p:cNvSpPr txBox="1">
            <a:spLocks/>
          </p:cNvSpPr>
          <p:nvPr/>
        </p:nvSpPr>
        <p:spPr>
          <a:xfrm>
            <a:off x="1257117" y="-146554"/>
            <a:ext cx="99825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CD40FF5C-59B0-CEB4-E3B6-07801F7D3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07824"/>
              </p:ext>
            </p:extLst>
          </p:nvPr>
        </p:nvGraphicFramePr>
        <p:xfrm>
          <a:off x="1172461" y="942250"/>
          <a:ext cx="10284972" cy="573286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28324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47729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Изображение (логотип)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инструмента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Система управления базами данных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MySQL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57681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Проектирование программного продукта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Draw.io, MySQL Workbench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Разработка </a:t>
                      </a:r>
                      <a:r>
                        <a:rPr lang="en-US" dirty="0"/>
                        <a:t>(</a:t>
                      </a:r>
                      <a:r>
                        <a:rPr lang="ru-RU" dirty="0"/>
                        <a:t>среда разработки)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PyCharm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Разработка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Python, HTML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Разработка(фреймворки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и библиотеки)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Django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Тестирование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Django Test Case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12366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807A24FD-1BA2-CD5B-D17A-009B8427EE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https://avatars.mds.yandex.net/i?id=0c95e91863ce19b478106b6405121641158b779d-4960885-images-thumbs&amp;n=13">
            <a:extLst>
              <a:ext uri="{FF2B5EF4-FFF2-40B4-BE49-F238E27FC236}">
                <a16:creationId xmlns:a16="http://schemas.microsoft.com/office/drawing/2014/main" id="{0ECAABCE-05EE-3ED2-AE93-9C9B531F2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8"/>
          <a:stretch/>
        </p:blipFill>
        <p:spPr bwMode="auto">
          <a:xfrm>
            <a:off x="5528516" y="2550498"/>
            <a:ext cx="563217" cy="5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python™">
            <a:extLst>
              <a:ext uri="{FF2B5EF4-FFF2-40B4-BE49-F238E27FC236}">
                <a16:creationId xmlns:a16="http://schemas.microsoft.com/office/drawing/2014/main" id="{5E56362E-BA67-4043-E66C-2C5C772E5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95"/>
          <a:stretch/>
        </p:blipFill>
        <p:spPr bwMode="auto">
          <a:xfrm>
            <a:off x="5529823" y="4237942"/>
            <a:ext cx="561910" cy="63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 descr="https://avatars.mds.yandex.net/i?id=e5cbd84d34f5d98f61b25006bd515532d49539dc-5544703-images-thumbs&amp;n=13">
            <a:extLst>
              <a:ext uri="{FF2B5EF4-FFF2-40B4-BE49-F238E27FC236}">
                <a16:creationId xmlns:a16="http://schemas.microsoft.com/office/drawing/2014/main" id="{037EA0FC-2A13-46C0-90C1-592A7E9C51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9201013-8843-48B3-897E-1D9F1050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8375" y="1478509"/>
            <a:ext cx="758752" cy="7883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C32B921-BF00-46C9-822C-7F37D45ED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116" y="2538836"/>
            <a:ext cx="1155217" cy="6064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353163-CA6F-481B-A5DD-896DE5443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957" y="3436098"/>
            <a:ext cx="2004885" cy="5304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9084611-DFBA-4642-BA0C-9C2687190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166" y="4202807"/>
            <a:ext cx="1177532" cy="66236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DF70C3-0EC9-4BFC-9149-A9A6FC872C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8829" y="5119814"/>
            <a:ext cx="983942" cy="5165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1DB3EE3-05EA-47CF-9165-0C8652D3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2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26C6B2-6D37-49FA-9EDD-4873AD93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5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E6DE23-5312-4E2F-92D5-A3236B92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12" y="-18842"/>
            <a:ext cx="6284976" cy="124421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16228F-BE4C-454F-82AF-7B79B10EEDC0}"/>
              </a:ext>
            </a:extLst>
          </p:cNvPr>
          <p:cNvPicPr/>
          <p:nvPr/>
        </p:nvPicPr>
        <p:blipFill rotWithShape="1">
          <a:blip r:embed="rId2"/>
          <a:srcRect l="411" t="2386" r="2369" b="5001"/>
          <a:stretch/>
        </p:blipFill>
        <p:spPr bwMode="auto">
          <a:xfrm>
            <a:off x="2244933" y="954021"/>
            <a:ext cx="7485564" cy="4700821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740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D8CE90-F0BA-4F59-8DAD-D96BC3A7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6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5483B-8DE8-4599-9601-34E054F74D3E}"/>
              </a:ext>
            </a:extLst>
          </p:cNvPr>
          <p:cNvSpPr txBox="1"/>
          <p:nvPr/>
        </p:nvSpPr>
        <p:spPr>
          <a:xfrm>
            <a:off x="2683042" y="0"/>
            <a:ext cx="705050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  <a:b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3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0B712D-7C3C-4A31-8C7D-24D69E1EDD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85534" y="1082682"/>
            <a:ext cx="8045519" cy="44037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309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8C49D93-C503-4629-8BD5-280F210F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B268E-5D68-46DB-9FB3-5273E5F8940B}"/>
              </a:ext>
            </a:extLst>
          </p:cNvPr>
          <p:cNvSpPr txBox="1"/>
          <p:nvPr/>
        </p:nvSpPr>
        <p:spPr>
          <a:xfrm>
            <a:off x="3103987" y="-152320"/>
            <a:ext cx="6112042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ПП</a:t>
            </a:r>
            <a:b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300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52682F-755E-4480-B72C-6C7A081C04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9608" y="761802"/>
            <a:ext cx="5880934" cy="54580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D7956F-B2BF-43CB-9FD0-ACFF85DB4F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79666" y="761802"/>
            <a:ext cx="5672726" cy="54580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934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627C3A-D9DA-445A-B0B6-4F6313CE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8CA9C3-02EB-4CF3-B573-0C2F9B3150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12858" y="421106"/>
            <a:ext cx="6966284" cy="574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37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9C8F6C-C9F2-4D16-85CF-816385F2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C7D88-8761-482D-95AC-0D4DDBF777EA}"/>
              </a:ext>
            </a:extLst>
          </p:cNvPr>
          <p:cNvSpPr txBox="1"/>
          <p:nvPr/>
        </p:nvSpPr>
        <p:spPr>
          <a:xfrm>
            <a:off x="2366210" y="0"/>
            <a:ext cx="7459579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3ED4A7-3BC2-4888-9DDB-BC95FCFD67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39453" y="840121"/>
            <a:ext cx="6797842" cy="56987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663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21025F9-3969-5056-2981-06410133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728" y="2637810"/>
            <a:ext cx="8288045" cy="1055302"/>
          </a:xfrm>
        </p:spPr>
        <p:txBody>
          <a:bodyPr>
            <a:noAutofit/>
          </a:bodyPr>
          <a:lstStyle/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курсового проекта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8F5AB6-6702-4E03-9CA7-DCD4D95E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808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1827044-E912-6CC6-213B-1DF85BA96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39" y="365125"/>
            <a:ext cx="10515600" cy="646929"/>
          </a:xfrm>
        </p:spPr>
        <p:txBody>
          <a:bodyPr>
            <a:noAutofit/>
          </a:bodyPr>
          <a:lstStyle/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5F06D414-6098-F390-429E-DC4B153F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9" y="1012054"/>
            <a:ext cx="11540971" cy="573497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функционал программного продукта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клиентам возможности просмотра помещений по категориям, бронирования и внесения предоплаты онлайн.</a:t>
            </a: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инструментов для управления помещениями, категориями, пользователями и возможностью мониторинга продаж.</a:t>
            </a:r>
          </a:p>
          <a:p>
            <a:pPr algn="just">
              <a:buFont typeface="Times New Roman" panose="02020603050405020304" pitchFamily="18" charset="0"/>
              <a:buChar char="‑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поиска подходящего помещения для арендатора, подходящее ему по критериям, и предоставление быстрого бронирования.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требование в виде ТЗ.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Осуществил настройку программного продукта.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Сформировал требования к конфигурации локальных компьютерных сетей и серверного оборудования, необходимые для работы баз данных и серверов.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администрирование баз данных.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сбор, обработку и анализ информации для курсового проектирования.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Проектировал базу данных на основе предметной области.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объекты базы данных.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Реализовал базу данных в конкретной системе управления базами данных.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5811C2-1D59-46A8-AFD5-DAC0B65D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64E8F-6AD5-4893-85FB-2B0F680F0BEC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6639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346</Words>
  <Application>Microsoft Office PowerPoint</Application>
  <PresentationFormat>Широкоэкранный</PresentationFormat>
  <Paragraphs>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Цель и задачи курсовой</vt:lpstr>
      <vt:lpstr>Предметная область</vt:lpstr>
      <vt:lpstr>Презентация PowerPoint</vt:lpstr>
      <vt:lpstr>Диаграмма прецедентов </vt:lpstr>
      <vt:lpstr>Презентация PowerPoint</vt:lpstr>
      <vt:lpstr>Презентация PowerPoint</vt:lpstr>
      <vt:lpstr>Презентация PowerPoint</vt:lpstr>
      <vt:lpstr>Презентация PowerPoint</vt:lpstr>
      <vt:lpstr>Демонстрация курсового проекта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marko.diyas.1990@mail.ru</dc:creator>
  <cp:lastModifiedBy>marko.diyas.1990@mail.ru</cp:lastModifiedBy>
  <cp:revision>4</cp:revision>
  <dcterms:created xsi:type="dcterms:W3CDTF">2026-01-15T17:40:15Z</dcterms:created>
  <dcterms:modified xsi:type="dcterms:W3CDTF">2026-01-15T18:12:23Z</dcterms:modified>
</cp:coreProperties>
</file>